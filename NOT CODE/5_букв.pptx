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5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306" r:id="rId4"/>
    <p:sldId id="307" r:id="rId5"/>
    <p:sldId id="308" r:id="rId6"/>
    <p:sldId id="258" r:id="rId7"/>
    <p:sldId id="298" r:id="rId8"/>
    <p:sldId id="300" r:id="rId9"/>
    <p:sldId id="299" r:id="rId10"/>
    <p:sldId id="302" r:id="rId11"/>
    <p:sldId id="295" r:id="rId12"/>
    <p:sldId id="303" r:id="rId13"/>
    <p:sldId id="304" r:id="rId14"/>
    <p:sldId id="305" r:id="rId15"/>
    <p:sldId id="309" r:id="rId16"/>
    <p:sldId id="311" r:id="rId17"/>
    <p:sldId id="313" r:id="rId18"/>
    <p:sldId id="314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ACCJ9XtHN+bftxa67NlVyS7M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48110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463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322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870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787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370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0355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60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903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6197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9025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973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9382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669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656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3"/>
          <p:cNvSpPr txBox="1">
            <a:spLocks noGrp="1"/>
          </p:cNvSpPr>
          <p:nvPr>
            <p:ph type="ctrTitle"/>
          </p:nvPr>
        </p:nvSpPr>
        <p:spPr>
          <a:xfrm>
            <a:off x="1243208" y="2858518"/>
            <a:ext cx="9144000" cy="166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subTitle" idx="1"/>
          </p:nvPr>
        </p:nvSpPr>
        <p:spPr>
          <a:xfrm>
            <a:off x="1243208" y="4700789"/>
            <a:ext cx="9144000" cy="67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dt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" name="Google Shape;22;p23"/>
          <p:cNvSpPr/>
          <p:nvPr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3"/>
          <p:cNvSpPr/>
          <p:nvPr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3"/>
          <p:cNvSpPr/>
          <p:nvPr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3"/>
          <p:cNvSpPr/>
          <p:nvPr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3"/>
          <p:cNvSpPr/>
          <p:nvPr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3"/>
          <p:cNvSpPr/>
          <p:nvPr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3"/>
          <p:cNvSpPr/>
          <p:nvPr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3"/>
          <p:cNvSpPr/>
          <p:nvPr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3"/>
          <p:cNvSpPr/>
          <p:nvPr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3"/>
          <p:cNvSpPr/>
          <p:nvPr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24"/>
          <p:cNvSpPr/>
          <p:nvPr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27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Объект с подписью">
  <p:cSld name="2_Объект с подписью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/>
          <p:nvPr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5"/>
          <p:cNvSpPr/>
          <p:nvPr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5"/>
          <p:cNvSpPr>
            <a:spLocks noGrp="1"/>
          </p:cNvSpPr>
          <p:nvPr>
            <p:ph type="chart" idx="2"/>
          </p:nvPr>
        </p:nvSpPr>
        <p:spPr>
          <a:xfrm>
            <a:off x="975666" y="2278742"/>
            <a:ext cx="10110039" cy="295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25"/>
          <p:cNvSpPr>
            <a:spLocks noGrp="1"/>
          </p:cNvSpPr>
          <p:nvPr>
            <p:ph type="pic" idx="3"/>
          </p:nvPr>
        </p:nvSpPr>
        <p:spPr>
          <a:xfrm>
            <a:off x="0" y="5545138"/>
            <a:ext cx="10609263" cy="131286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5"/>
          <p:cNvSpPr/>
          <p:nvPr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>
            <a:spLocks noGrp="1"/>
          </p:cNvSpPr>
          <p:nvPr>
            <p:ph type="pic" idx="2"/>
          </p:nvPr>
        </p:nvSpPr>
        <p:spPr>
          <a:xfrm>
            <a:off x="-244699" y="-244699"/>
            <a:ext cx="12672812" cy="7405353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раздела">
  <p:cSld name="1_Заголовок раздела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27"/>
          <p:cNvSpPr>
            <a:spLocks noGrp="1"/>
          </p:cNvSpPr>
          <p:nvPr>
            <p:ph type="pic" idx="2"/>
          </p:nvPr>
        </p:nvSpPr>
        <p:spPr>
          <a:xfrm>
            <a:off x="5360563" y="3037417"/>
            <a:ext cx="6831437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7"/>
          <p:cNvSpPr>
            <a:spLocks noGrp="1"/>
          </p:cNvSpPr>
          <p:nvPr>
            <p:ph type="pic" idx="3"/>
          </p:nvPr>
        </p:nvSpPr>
        <p:spPr>
          <a:xfrm>
            <a:off x="1122044" y="3037417"/>
            <a:ext cx="3873289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7"/>
          <p:cNvSpPr/>
          <p:nvPr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7"/>
          <p:cNvSpPr/>
          <p:nvPr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7"/>
          <p:cNvSpPr/>
          <p:nvPr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7"/>
          <p:cNvSpPr/>
          <p:nvPr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4" name="Google Shape;64;p28"/>
          <p:cNvSpPr>
            <a:spLocks noGrp="1"/>
          </p:cNvSpPr>
          <p:nvPr>
            <p:ph type="pic" idx="2"/>
          </p:nvPr>
        </p:nvSpPr>
        <p:spPr>
          <a:xfrm>
            <a:off x="0" y="988484"/>
            <a:ext cx="8610600" cy="341418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3"/>
          </p:nvPr>
        </p:nvSpPr>
        <p:spPr>
          <a:xfrm>
            <a:off x="4038600" y="48479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4"/>
          </p:nvPr>
        </p:nvSpPr>
        <p:spPr>
          <a:xfrm>
            <a:off x="7239000" y="4842934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28"/>
          <p:cNvSpPr/>
          <p:nvPr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8"/>
          <p:cNvSpPr/>
          <p:nvPr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8"/>
          <p:cNvSpPr/>
          <p:nvPr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8"/>
          <p:cNvSpPr/>
          <p:nvPr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8"/>
          <p:cNvSpPr/>
          <p:nvPr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9"/>
          <p:cNvSpPr txBox="1"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29"/>
          <p:cNvSpPr>
            <a:spLocks noGrp="1"/>
          </p:cNvSpPr>
          <p:nvPr>
            <p:ph type="pic" idx="2"/>
          </p:nvPr>
        </p:nvSpPr>
        <p:spPr>
          <a:xfrm>
            <a:off x="8805332" y="0"/>
            <a:ext cx="308186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9"/>
          <p:cNvSpPr>
            <a:spLocks noGrp="1"/>
          </p:cNvSpPr>
          <p:nvPr>
            <p:ph type="pic" idx="3"/>
          </p:nvPr>
        </p:nvSpPr>
        <p:spPr>
          <a:xfrm>
            <a:off x="5621867" y="0"/>
            <a:ext cx="306493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9"/>
          <p:cNvSpPr/>
          <p:nvPr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9"/>
          <p:cNvSpPr/>
          <p:nvPr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9"/>
          <p:cNvSpPr/>
          <p:nvPr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9"/>
          <p:cNvSpPr/>
          <p:nvPr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9"/>
          <p:cNvSpPr/>
          <p:nvPr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-master">
  <p:cSld name="DEFAULT-mast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0"/>
          <p:cNvSpPr txBox="1"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/>
          <p:nvPr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0"/>
          <p:cNvSpPr/>
          <p:nvPr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0"/>
          <p:cNvSpPr/>
          <p:nvPr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0"/>
          <p:cNvSpPr>
            <a:spLocks noGrp="1"/>
          </p:cNvSpPr>
          <p:nvPr>
            <p:ph type="pic" idx="2"/>
          </p:nvPr>
        </p:nvSpPr>
        <p:spPr>
          <a:xfrm>
            <a:off x="5265738" y="795338"/>
            <a:ext cx="2082800" cy="1592262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30"/>
          <p:cNvSpPr>
            <a:spLocks noGrp="1"/>
          </p:cNvSpPr>
          <p:nvPr>
            <p:ph type="pic" idx="3"/>
          </p:nvPr>
        </p:nvSpPr>
        <p:spPr>
          <a:xfrm>
            <a:off x="5265738" y="2632604"/>
            <a:ext cx="2082800" cy="1592262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30"/>
          <p:cNvSpPr>
            <a:spLocks noGrp="1"/>
          </p:cNvSpPr>
          <p:nvPr>
            <p:ph type="pic" idx="4"/>
          </p:nvPr>
        </p:nvSpPr>
        <p:spPr>
          <a:xfrm>
            <a:off x="5265738" y="4470134"/>
            <a:ext cx="2082800" cy="159226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30"/>
          <p:cNvSpPr txBox="1"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5"/>
          </p:nvPr>
        </p:nvSpPr>
        <p:spPr>
          <a:xfrm>
            <a:off x="7594600" y="283474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body" idx="6"/>
          </p:nvPr>
        </p:nvSpPr>
        <p:spPr>
          <a:xfrm>
            <a:off x="7594600" y="4682143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30"/>
          <p:cNvSpPr/>
          <p:nvPr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0"/>
          <p:cNvSpPr/>
          <p:nvPr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0"/>
          <p:cNvSpPr/>
          <p:nvPr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0"/>
          <p:cNvSpPr/>
          <p:nvPr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0"/>
          <p:cNvSpPr/>
          <p:nvPr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0"/>
          <p:cNvSpPr/>
          <p:nvPr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0"/>
          <p:cNvSpPr/>
          <p:nvPr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>
            <a:off x="4038600" y="1825625"/>
            <a:ext cx="7315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>
            <a:spLocks noGrp="1"/>
          </p:cNvSpPr>
          <p:nvPr>
            <p:ph type="pic" idx="2"/>
          </p:nvPr>
        </p:nvSpPr>
        <p:spPr>
          <a:xfrm>
            <a:off x="251582" y="0"/>
            <a:ext cx="349310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31"/>
          <p:cNvSpPr/>
          <p:nvPr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/>
          <p:nvPr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body" idx="1"/>
          </p:nvPr>
        </p:nvSpPr>
        <p:spPr>
          <a:xfrm>
            <a:off x="4038600" y="1973943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2"/>
          <p:cNvSpPr>
            <a:spLocks noGrp="1"/>
          </p:cNvSpPr>
          <p:nvPr>
            <p:ph type="pic" idx="2"/>
          </p:nvPr>
        </p:nvSpPr>
        <p:spPr>
          <a:xfrm>
            <a:off x="251582" y="0"/>
            <a:ext cx="349310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/>
          <p:nvPr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2"/>
          <p:cNvSpPr/>
          <p:nvPr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2"/>
          <p:cNvSpPr/>
          <p:nvPr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038600" y="2554514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038600" y="3534229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body" idx="5"/>
          </p:nvPr>
        </p:nvSpPr>
        <p:spPr>
          <a:xfrm>
            <a:off x="4038600" y="4114800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body" idx="6"/>
          </p:nvPr>
        </p:nvSpPr>
        <p:spPr>
          <a:xfrm>
            <a:off x="4038600" y="5116285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body" idx="7"/>
          </p:nvPr>
        </p:nvSpPr>
        <p:spPr>
          <a:xfrm>
            <a:off x="4038600" y="5696856"/>
            <a:ext cx="7315200" cy="580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Два объекта">
  <p:cSld name="2_Два объекта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/>
          <p:nvPr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3"/>
          <p:cNvSpPr txBox="1"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/>
          <p:nvPr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3"/>
          <p:cNvSpPr/>
          <p:nvPr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3"/>
          <p:cNvSpPr/>
          <p:nvPr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3"/>
          <p:cNvSpPr txBox="1"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33"/>
          <p:cNvSpPr txBox="1">
            <a:spLocks noGrp="1"/>
          </p:cNvSpPr>
          <p:nvPr>
            <p:ph type="body" idx="2"/>
          </p:nvPr>
        </p:nvSpPr>
        <p:spPr>
          <a:xfrm>
            <a:off x="1094480" y="3670642"/>
            <a:ext cx="4299187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3"/>
          <p:cNvSpPr txBox="1">
            <a:spLocks noGrp="1"/>
          </p:cNvSpPr>
          <p:nvPr>
            <p:ph type="body" idx="3"/>
          </p:nvPr>
        </p:nvSpPr>
        <p:spPr>
          <a:xfrm>
            <a:off x="6682481" y="2846730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3" name="Google Shape;133;p33"/>
          <p:cNvSpPr txBox="1">
            <a:spLocks noGrp="1"/>
          </p:cNvSpPr>
          <p:nvPr>
            <p:ph type="body" idx="4"/>
          </p:nvPr>
        </p:nvSpPr>
        <p:spPr>
          <a:xfrm>
            <a:off x="6682481" y="3670642"/>
            <a:ext cx="4299187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/>
          <p:nvPr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4"/>
          <p:cNvSpPr txBox="1"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/>
          <p:nvPr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4"/>
          <p:cNvSpPr/>
          <p:nvPr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4"/>
          <p:cNvSpPr/>
          <p:nvPr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4"/>
          <p:cNvSpPr/>
          <p:nvPr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4"/>
          <p:cNvSpPr/>
          <p:nvPr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body" idx="2"/>
          </p:nvPr>
        </p:nvSpPr>
        <p:spPr>
          <a:xfrm>
            <a:off x="1028474" y="3670642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body" idx="3"/>
          </p:nvPr>
        </p:nvSpPr>
        <p:spPr>
          <a:xfrm>
            <a:off x="4794931" y="2846730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34"/>
          <p:cNvSpPr txBox="1">
            <a:spLocks noGrp="1"/>
          </p:cNvSpPr>
          <p:nvPr>
            <p:ph type="body" idx="4"/>
          </p:nvPr>
        </p:nvSpPr>
        <p:spPr>
          <a:xfrm>
            <a:off x="4794931" y="3670642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body" idx="5"/>
          </p:nvPr>
        </p:nvSpPr>
        <p:spPr>
          <a:xfrm>
            <a:off x="8561388" y="2843667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6"/>
          </p:nvPr>
        </p:nvSpPr>
        <p:spPr>
          <a:xfrm>
            <a:off x="8561388" y="3667579"/>
            <a:ext cx="2600098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Два объекта">
  <p:cSld name="1_Два объекта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/>
          <p:nvPr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5"/>
          <p:cNvSpPr/>
          <p:nvPr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5"/>
          <p:cNvSpPr/>
          <p:nvPr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5"/>
          <p:cNvSpPr/>
          <p:nvPr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/>
          <p:nvPr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/>
          <p:nvPr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5"/>
          <p:cNvSpPr txBox="1"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body" idx="2"/>
          </p:nvPr>
        </p:nvSpPr>
        <p:spPr>
          <a:xfrm>
            <a:off x="868816" y="3670642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body" idx="3"/>
          </p:nvPr>
        </p:nvSpPr>
        <p:spPr>
          <a:xfrm>
            <a:off x="3626077" y="2846730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9" name="Google Shape;159;p35"/>
          <p:cNvSpPr txBox="1">
            <a:spLocks noGrp="1"/>
          </p:cNvSpPr>
          <p:nvPr>
            <p:ph type="body" idx="4"/>
          </p:nvPr>
        </p:nvSpPr>
        <p:spPr>
          <a:xfrm>
            <a:off x="3626077" y="3670642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5"/>
          <p:cNvSpPr txBox="1">
            <a:spLocks noGrp="1"/>
          </p:cNvSpPr>
          <p:nvPr>
            <p:ph type="body" idx="5"/>
          </p:nvPr>
        </p:nvSpPr>
        <p:spPr>
          <a:xfrm>
            <a:off x="6372524" y="2843667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35"/>
          <p:cNvSpPr txBox="1">
            <a:spLocks noGrp="1"/>
          </p:cNvSpPr>
          <p:nvPr>
            <p:ph type="body" idx="6"/>
          </p:nvPr>
        </p:nvSpPr>
        <p:spPr>
          <a:xfrm>
            <a:off x="6372524" y="3667579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5"/>
          <p:cNvSpPr/>
          <p:nvPr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5"/>
          <p:cNvSpPr/>
          <p:nvPr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5"/>
          <p:cNvSpPr txBox="1">
            <a:spLocks noGrp="1"/>
          </p:cNvSpPr>
          <p:nvPr>
            <p:ph type="body" idx="7"/>
          </p:nvPr>
        </p:nvSpPr>
        <p:spPr>
          <a:xfrm>
            <a:off x="9132280" y="2843667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5" name="Google Shape;165;p35"/>
          <p:cNvSpPr txBox="1">
            <a:spLocks noGrp="1"/>
          </p:cNvSpPr>
          <p:nvPr>
            <p:ph type="body" idx="8"/>
          </p:nvPr>
        </p:nvSpPr>
        <p:spPr>
          <a:xfrm>
            <a:off x="9132280" y="3667579"/>
            <a:ext cx="2245791" cy="290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Два объекта">
  <p:cSld name="3_Два объекта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/>
          <p:nvPr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6"/>
          <p:cNvSpPr txBox="1"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6"/>
          <p:cNvSpPr/>
          <p:nvPr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 txBox="1"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36"/>
          <p:cNvSpPr txBox="1">
            <a:spLocks noGrp="1"/>
          </p:cNvSpPr>
          <p:nvPr>
            <p:ph type="body" idx="2"/>
          </p:nvPr>
        </p:nvSpPr>
        <p:spPr>
          <a:xfrm>
            <a:off x="1094480" y="3367320"/>
            <a:ext cx="4299187" cy="3207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36"/>
          <p:cNvSpPr txBox="1">
            <a:spLocks noGrp="1"/>
          </p:cNvSpPr>
          <p:nvPr>
            <p:ph type="body" idx="3"/>
          </p:nvPr>
        </p:nvSpPr>
        <p:spPr>
          <a:xfrm>
            <a:off x="6682481" y="2360275"/>
            <a:ext cx="4299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6"/>
          <p:cNvSpPr txBox="1">
            <a:spLocks noGrp="1"/>
          </p:cNvSpPr>
          <p:nvPr>
            <p:ph type="body" idx="4"/>
          </p:nvPr>
        </p:nvSpPr>
        <p:spPr>
          <a:xfrm>
            <a:off x="6682481" y="3367320"/>
            <a:ext cx="4299187" cy="3207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Два объекта">
  <p:cSld name="4_Два объекта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/>
          <p:nvPr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7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/>
          <p:nvPr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2"/>
          </p:nvPr>
        </p:nvSpPr>
        <p:spPr>
          <a:xfrm>
            <a:off x="1028474" y="3167178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3"/>
          </p:nvPr>
        </p:nvSpPr>
        <p:spPr>
          <a:xfrm>
            <a:off x="4794931" y="2180205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body" idx="4"/>
          </p:nvPr>
        </p:nvSpPr>
        <p:spPr>
          <a:xfrm>
            <a:off x="4794931" y="3167178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7"/>
          <p:cNvSpPr txBox="1">
            <a:spLocks noGrp="1"/>
          </p:cNvSpPr>
          <p:nvPr>
            <p:ph type="body" idx="5"/>
          </p:nvPr>
        </p:nvSpPr>
        <p:spPr>
          <a:xfrm>
            <a:off x="8561388" y="2177142"/>
            <a:ext cx="26000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7"/>
          <p:cNvSpPr txBox="1">
            <a:spLocks noGrp="1"/>
          </p:cNvSpPr>
          <p:nvPr>
            <p:ph type="body" idx="6"/>
          </p:nvPr>
        </p:nvSpPr>
        <p:spPr>
          <a:xfrm>
            <a:off x="8561388" y="3164115"/>
            <a:ext cx="2600098" cy="340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Два объекта">
  <p:cSld name="5_Два объекта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/>
          <p:nvPr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8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8"/>
          <p:cNvSpPr/>
          <p:nvPr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8"/>
          <p:cNvSpPr/>
          <p:nvPr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8"/>
          <p:cNvSpPr txBox="1"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body" idx="2"/>
          </p:nvPr>
        </p:nvSpPr>
        <p:spPr>
          <a:xfrm>
            <a:off x="868816" y="3217976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3"/>
          </p:nvPr>
        </p:nvSpPr>
        <p:spPr>
          <a:xfrm>
            <a:off x="3626077" y="2287134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4"/>
          </p:nvPr>
        </p:nvSpPr>
        <p:spPr>
          <a:xfrm>
            <a:off x="3626077" y="3217976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5"/>
          </p:nvPr>
        </p:nvSpPr>
        <p:spPr>
          <a:xfrm>
            <a:off x="6372524" y="2284071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body" idx="6"/>
          </p:nvPr>
        </p:nvSpPr>
        <p:spPr>
          <a:xfrm>
            <a:off x="6372524" y="3214913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8"/>
          <p:cNvSpPr/>
          <p:nvPr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8"/>
          <p:cNvSpPr txBox="1">
            <a:spLocks noGrp="1"/>
          </p:cNvSpPr>
          <p:nvPr>
            <p:ph type="body" idx="7"/>
          </p:nvPr>
        </p:nvSpPr>
        <p:spPr>
          <a:xfrm>
            <a:off x="9132280" y="2284071"/>
            <a:ext cx="22457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body" idx="8"/>
          </p:nvPr>
        </p:nvSpPr>
        <p:spPr>
          <a:xfrm>
            <a:off x="9132280" y="3214913"/>
            <a:ext cx="2245791" cy="335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раздела">
  <p:cSld name="2_Заголовок раздела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9"/>
          <p:cNvSpPr>
            <a:spLocks noGrp="1"/>
          </p:cNvSpPr>
          <p:nvPr>
            <p:ph type="pic" idx="2"/>
          </p:nvPr>
        </p:nvSpPr>
        <p:spPr>
          <a:xfrm>
            <a:off x="5360563" y="3037417"/>
            <a:ext cx="6831437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9"/>
          <p:cNvSpPr>
            <a:spLocks noGrp="1"/>
          </p:cNvSpPr>
          <p:nvPr>
            <p:ph type="pic" idx="3"/>
          </p:nvPr>
        </p:nvSpPr>
        <p:spPr>
          <a:xfrm>
            <a:off x="1122044" y="3037417"/>
            <a:ext cx="3873289" cy="3236383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9"/>
          <p:cNvSpPr/>
          <p:nvPr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9"/>
          <p:cNvSpPr>
            <a:spLocks noGrp="1"/>
          </p:cNvSpPr>
          <p:nvPr>
            <p:ph type="pic" idx="4"/>
          </p:nvPr>
        </p:nvSpPr>
        <p:spPr>
          <a:xfrm>
            <a:off x="5360562" y="0"/>
            <a:ext cx="6831437" cy="269965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/>
          <p:nvPr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0"/>
          <p:cNvSpPr txBox="1">
            <a:spLocks noGrp="1"/>
          </p:cNvSpPr>
          <p:nvPr>
            <p:ph type="body" idx="1"/>
          </p:nvPr>
        </p:nvSpPr>
        <p:spPr>
          <a:xfrm>
            <a:off x="6634617" y="992187"/>
            <a:ext cx="4991326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8" name="Google Shape;208;p40"/>
          <p:cNvSpPr>
            <a:spLocks noGrp="1"/>
          </p:cNvSpPr>
          <p:nvPr>
            <p:ph type="pic" idx="2"/>
          </p:nvPr>
        </p:nvSpPr>
        <p:spPr>
          <a:xfrm>
            <a:off x="594180" y="696685"/>
            <a:ext cx="4907187" cy="5476647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40"/>
          <p:cNvSpPr/>
          <p:nvPr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0"/>
          <p:cNvSpPr/>
          <p:nvPr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Два объекта">
  <p:cSld name="6_Два объекта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/>
          <p:nvPr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1"/>
          <p:cNvSpPr txBox="1"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1"/>
          <p:cNvSpPr>
            <a:spLocks noGrp="1"/>
          </p:cNvSpPr>
          <p:nvPr>
            <p:ph type="pic" idx="2"/>
          </p:nvPr>
        </p:nvSpPr>
        <p:spPr>
          <a:xfrm>
            <a:off x="1247775" y="2195849"/>
            <a:ext cx="2613025" cy="4106863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41"/>
          <p:cNvSpPr/>
          <p:nvPr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1"/>
          <p:cNvSpPr>
            <a:spLocks noGrp="1"/>
          </p:cNvSpPr>
          <p:nvPr>
            <p:ph type="pic" idx="3"/>
          </p:nvPr>
        </p:nvSpPr>
        <p:spPr>
          <a:xfrm>
            <a:off x="4941660" y="2195849"/>
            <a:ext cx="2613025" cy="4106863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41"/>
          <p:cNvSpPr/>
          <p:nvPr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80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1"/>
          <p:cNvSpPr>
            <a:spLocks noGrp="1"/>
          </p:cNvSpPr>
          <p:nvPr>
            <p:ph type="pic" idx="4"/>
          </p:nvPr>
        </p:nvSpPr>
        <p:spPr>
          <a:xfrm>
            <a:off x="8635091" y="2233834"/>
            <a:ext cx="2613025" cy="41068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2"/>
          <p:cNvSpPr/>
          <p:nvPr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2"/>
          <p:cNvSpPr>
            <a:spLocks noGrp="1"/>
          </p:cNvSpPr>
          <p:nvPr>
            <p:ph type="pic" idx="2"/>
          </p:nvPr>
        </p:nvSpPr>
        <p:spPr>
          <a:xfrm>
            <a:off x="4049487" y="4281488"/>
            <a:ext cx="8142513" cy="2576512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2"/>
          <p:cNvSpPr txBox="1">
            <a:spLocks noGrp="1"/>
          </p:cNvSpPr>
          <p:nvPr>
            <p:ph type="body" idx="1"/>
          </p:nvPr>
        </p:nvSpPr>
        <p:spPr>
          <a:xfrm>
            <a:off x="4323217" y="457200"/>
            <a:ext cx="7375297" cy="334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5" name="Google Shape;225;p42"/>
          <p:cNvSpPr/>
          <p:nvPr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2"/>
          <p:cNvSpPr/>
          <p:nvPr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Объект с подписью">
  <p:cSld name="1_Объект с подписью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3"/>
          <p:cNvSpPr/>
          <p:nvPr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3"/>
          <p:cNvSpPr/>
          <p:nvPr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3"/>
          <p:cNvSpPr/>
          <p:nvPr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3"/>
          <p:cNvSpPr/>
          <p:nvPr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3"/>
          <p:cNvSpPr/>
          <p:nvPr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3"/>
          <p:cNvSpPr/>
          <p:nvPr/>
        </p:nvSpPr>
        <p:spPr>
          <a:xfrm>
            <a:off x="4630057" y="1016000"/>
            <a:ext cx="6643997" cy="47299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3"/>
          <p:cNvSpPr>
            <a:spLocks noGrp="1"/>
          </p:cNvSpPr>
          <p:nvPr>
            <p:ph type="chart" idx="2"/>
          </p:nvPr>
        </p:nvSpPr>
        <p:spPr>
          <a:xfrm>
            <a:off x="4746625" y="1146175"/>
            <a:ext cx="6421438" cy="439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43"/>
          <p:cNvSpPr txBox="1">
            <a:spLocks noGrp="1"/>
          </p:cNvSpPr>
          <p:nvPr>
            <p:ph type="body" idx="1"/>
          </p:nvPr>
        </p:nvSpPr>
        <p:spPr>
          <a:xfrm>
            <a:off x="622074" y="3478675"/>
            <a:ext cx="3207656" cy="1745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Заголовок раздела">
  <p:cSld name="3_Заголовок раздела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44"/>
          <p:cNvSpPr>
            <a:spLocks noGrp="1"/>
          </p:cNvSpPr>
          <p:nvPr>
            <p:ph type="pic" idx="2"/>
          </p:nvPr>
        </p:nvSpPr>
        <p:spPr>
          <a:xfrm>
            <a:off x="1337676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4"/>
          <p:cNvSpPr/>
          <p:nvPr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4"/>
          <p:cNvSpPr>
            <a:spLocks noGrp="1"/>
          </p:cNvSpPr>
          <p:nvPr>
            <p:ph type="pic" idx="3"/>
          </p:nvPr>
        </p:nvSpPr>
        <p:spPr>
          <a:xfrm>
            <a:off x="4955784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44"/>
          <p:cNvSpPr>
            <a:spLocks noGrp="1"/>
          </p:cNvSpPr>
          <p:nvPr>
            <p:ph type="pic" idx="4"/>
          </p:nvPr>
        </p:nvSpPr>
        <p:spPr>
          <a:xfrm>
            <a:off x="8573892" y="2993874"/>
            <a:ext cx="3618108" cy="2104571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44"/>
          <p:cNvSpPr txBox="1"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44"/>
          <p:cNvSpPr txBox="1">
            <a:spLocks noGrp="1"/>
          </p:cNvSpPr>
          <p:nvPr>
            <p:ph type="body" idx="5"/>
          </p:nvPr>
        </p:nvSpPr>
        <p:spPr>
          <a:xfrm>
            <a:off x="5393238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4"/>
          <p:cNvSpPr txBox="1">
            <a:spLocks noGrp="1"/>
          </p:cNvSpPr>
          <p:nvPr>
            <p:ph type="body" idx="6"/>
          </p:nvPr>
        </p:nvSpPr>
        <p:spPr>
          <a:xfrm>
            <a:off x="9011346" y="532693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4"/>
          <p:cNvSpPr/>
          <p:nvPr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4"/>
          <p:cNvSpPr/>
          <p:nvPr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4"/>
          <p:cNvSpPr/>
          <p:nvPr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равнение">
  <p:cSld name="1_Сравнение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/>
          <p:nvPr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>
            <a:spLocks noGrp="1"/>
          </p:cNvSpPr>
          <p:nvPr>
            <p:ph type="pic" idx="2"/>
          </p:nvPr>
        </p:nvSpPr>
        <p:spPr>
          <a:xfrm>
            <a:off x="7284813" y="1"/>
            <a:ext cx="4907187" cy="29464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5"/>
          <p:cNvSpPr>
            <a:spLocks noGrp="1"/>
          </p:cNvSpPr>
          <p:nvPr>
            <p:ph type="pic" idx="3"/>
          </p:nvPr>
        </p:nvSpPr>
        <p:spPr>
          <a:xfrm>
            <a:off x="7284812" y="2946401"/>
            <a:ext cx="4907187" cy="2452913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5"/>
          <p:cNvSpPr>
            <a:spLocks noGrp="1"/>
          </p:cNvSpPr>
          <p:nvPr>
            <p:ph type="pic" idx="4"/>
          </p:nvPr>
        </p:nvSpPr>
        <p:spPr>
          <a:xfrm>
            <a:off x="7284813" y="5399314"/>
            <a:ext cx="4907187" cy="1458686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45"/>
          <p:cNvSpPr txBox="1">
            <a:spLocks noGrp="1"/>
          </p:cNvSpPr>
          <p:nvPr>
            <p:ph type="body" idx="1"/>
          </p:nvPr>
        </p:nvSpPr>
        <p:spPr>
          <a:xfrm>
            <a:off x="596673" y="2061029"/>
            <a:ext cx="6079897" cy="4285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5"/>
          <p:cNvSpPr/>
          <p:nvPr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/>
          <p:nvPr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5"/>
          <p:cNvSpPr/>
          <p:nvPr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равнение">
  <p:cSld name="2_Сравнение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/>
          <p:nvPr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6"/>
          <p:cNvSpPr>
            <a:spLocks noGrp="1"/>
          </p:cNvSpPr>
          <p:nvPr>
            <p:ph type="pic" idx="2"/>
          </p:nvPr>
        </p:nvSpPr>
        <p:spPr>
          <a:xfrm>
            <a:off x="0" y="1"/>
            <a:ext cx="10885488" cy="3468914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6"/>
          <p:cNvSpPr/>
          <p:nvPr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6"/>
          <p:cNvSpPr txBox="1"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46"/>
          <p:cNvSpPr/>
          <p:nvPr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6"/>
          <p:cNvSpPr txBox="1">
            <a:spLocks noGrp="1"/>
          </p:cNvSpPr>
          <p:nvPr>
            <p:ph type="body" idx="3"/>
          </p:nvPr>
        </p:nvSpPr>
        <p:spPr>
          <a:xfrm>
            <a:off x="3969655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46"/>
          <p:cNvSpPr/>
          <p:nvPr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6"/>
          <p:cNvSpPr txBox="1">
            <a:spLocks noGrp="1"/>
          </p:cNvSpPr>
          <p:nvPr>
            <p:ph type="body" idx="4"/>
          </p:nvPr>
        </p:nvSpPr>
        <p:spPr>
          <a:xfrm>
            <a:off x="7126511" y="464476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равнение">
  <p:cSld name="3_Сравнение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7"/>
          <p:cNvSpPr>
            <a:spLocks noGrp="1"/>
          </p:cNvSpPr>
          <p:nvPr>
            <p:ph type="pic" idx="2"/>
          </p:nvPr>
        </p:nvSpPr>
        <p:spPr>
          <a:xfrm>
            <a:off x="10733" y="2815771"/>
            <a:ext cx="1874895" cy="3119408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7"/>
          <p:cNvSpPr txBox="1"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7"/>
          <p:cNvSpPr/>
          <p:nvPr/>
        </p:nvSpPr>
        <p:spPr>
          <a:xfrm>
            <a:off x="5788813" y="0"/>
            <a:ext cx="573314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7"/>
          <p:cNvSpPr txBox="1">
            <a:spLocks noGrp="1"/>
          </p:cNvSpPr>
          <p:nvPr>
            <p:ph type="body" idx="1"/>
          </p:nvPr>
        </p:nvSpPr>
        <p:spPr>
          <a:xfrm>
            <a:off x="6096001" y="560009"/>
            <a:ext cx="5016820" cy="578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6" name="Google Shape;276;p47"/>
          <p:cNvSpPr>
            <a:spLocks noGrp="1"/>
          </p:cNvSpPr>
          <p:nvPr>
            <p:ph type="pic" idx="3"/>
          </p:nvPr>
        </p:nvSpPr>
        <p:spPr>
          <a:xfrm>
            <a:off x="1903979" y="2815771"/>
            <a:ext cx="1986803" cy="3119408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47"/>
          <p:cNvSpPr>
            <a:spLocks noGrp="1"/>
          </p:cNvSpPr>
          <p:nvPr>
            <p:ph type="pic" idx="4"/>
          </p:nvPr>
        </p:nvSpPr>
        <p:spPr>
          <a:xfrm>
            <a:off x="3902350" y="2815771"/>
            <a:ext cx="1874895" cy="31194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равнение">
  <p:cSld name="4_Сравнение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>
            <a:spLocks noGrp="1"/>
          </p:cNvSpPr>
          <p:nvPr>
            <p:ph type="pic" idx="2"/>
          </p:nvPr>
        </p:nvSpPr>
        <p:spPr>
          <a:xfrm>
            <a:off x="5413829" y="0"/>
            <a:ext cx="6778171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8"/>
          <p:cNvSpPr txBox="1">
            <a:spLocks noGrp="1"/>
          </p:cNvSpPr>
          <p:nvPr>
            <p:ph type="title"/>
          </p:nvPr>
        </p:nvSpPr>
        <p:spPr>
          <a:xfrm>
            <a:off x="4107542" y="1156202"/>
            <a:ext cx="3483429" cy="202354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8"/>
          <p:cNvSpPr txBox="1"/>
          <p:nvPr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8"/>
          <p:cNvSpPr txBox="1"/>
          <p:nvPr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8"/>
          <p:cNvSpPr txBox="1"/>
          <p:nvPr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Образец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заголовка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8"/>
          <p:cNvSpPr txBox="1"/>
          <p:nvPr/>
        </p:nvSpPr>
        <p:spPr>
          <a:xfrm>
            <a:off x="631045" y="2039934"/>
            <a:ext cx="3650668" cy="205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ru-RU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Образец заголовка</a:t>
            </a:r>
            <a:endParaRPr sz="4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8"/>
          <p:cNvSpPr/>
          <p:nvPr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8"/>
          <p:cNvSpPr/>
          <p:nvPr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равнение">
  <p:cSld name="5_Сравнение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9"/>
          <p:cNvSpPr txBox="1"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9"/>
          <p:cNvSpPr/>
          <p:nvPr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9"/>
          <p:cNvSpPr/>
          <p:nvPr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9"/>
          <p:cNvSpPr/>
          <p:nvPr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9"/>
          <p:cNvSpPr/>
          <p:nvPr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9"/>
          <p:cNvSpPr txBox="1"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49"/>
          <p:cNvSpPr/>
          <p:nvPr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9"/>
          <p:cNvSpPr txBox="1">
            <a:spLocks noGrp="1"/>
          </p:cNvSpPr>
          <p:nvPr>
            <p:ph type="body" idx="2"/>
          </p:nvPr>
        </p:nvSpPr>
        <p:spPr>
          <a:xfrm>
            <a:off x="4777112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49"/>
          <p:cNvSpPr/>
          <p:nvPr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9"/>
          <p:cNvSpPr txBox="1">
            <a:spLocks noGrp="1"/>
          </p:cNvSpPr>
          <p:nvPr>
            <p:ph type="body" idx="3"/>
          </p:nvPr>
        </p:nvSpPr>
        <p:spPr>
          <a:xfrm>
            <a:off x="8441969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49"/>
          <p:cNvSpPr/>
          <p:nvPr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9"/>
          <p:cNvSpPr/>
          <p:nvPr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равнение">
  <p:cSld name="6_Сравнение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"/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0"/>
          <p:cNvSpPr txBox="1"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50"/>
          <p:cNvSpPr/>
          <p:nvPr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/>
          <p:nvPr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0"/>
          <p:cNvSpPr/>
          <p:nvPr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0"/>
          <p:cNvSpPr txBox="1"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50"/>
          <p:cNvSpPr txBox="1">
            <a:spLocks noGrp="1"/>
          </p:cNvSpPr>
          <p:nvPr>
            <p:ph type="body" idx="2"/>
          </p:nvPr>
        </p:nvSpPr>
        <p:spPr>
          <a:xfrm>
            <a:off x="4777112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50"/>
          <p:cNvSpPr txBox="1">
            <a:spLocks noGrp="1"/>
          </p:cNvSpPr>
          <p:nvPr>
            <p:ph type="body" idx="3"/>
          </p:nvPr>
        </p:nvSpPr>
        <p:spPr>
          <a:xfrm>
            <a:off x="8441969" y="4644610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50"/>
          <p:cNvSpPr/>
          <p:nvPr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dk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0"/>
          <p:cNvSpPr/>
          <p:nvPr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0"/>
          <p:cNvSpPr>
            <a:spLocks noGrp="1"/>
          </p:cNvSpPr>
          <p:nvPr>
            <p:ph type="pic" idx="4"/>
          </p:nvPr>
        </p:nvSpPr>
        <p:spPr>
          <a:xfrm>
            <a:off x="1458330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50"/>
          <p:cNvSpPr>
            <a:spLocks noGrp="1"/>
          </p:cNvSpPr>
          <p:nvPr>
            <p:ph type="pic" idx="5"/>
          </p:nvPr>
        </p:nvSpPr>
        <p:spPr>
          <a:xfrm>
            <a:off x="5123187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50"/>
          <p:cNvSpPr>
            <a:spLocks noGrp="1"/>
          </p:cNvSpPr>
          <p:nvPr>
            <p:ph type="pic" idx="6"/>
          </p:nvPr>
        </p:nvSpPr>
        <p:spPr>
          <a:xfrm>
            <a:off x="8788044" y="2451100"/>
            <a:ext cx="2051050" cy="205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Сравнение">
  <p:cSld name="7_Сравнение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/>
          <p:nvPr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1"/>
          <p:cNvSpPr/>
          <p:nvPr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1"/>
          <p:cNvSpPr/>
          <p:nvPr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1"/>
          <p:cNvSpPr txBox="1"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51"/>
          <p:cNvSpPr txBox="1"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51"/>
          <p:cNvSpPr txBox="1">
            <a:spLocks noGrp="1"/>
          </p:cNvSpPr>
          <p:nvPr>
            <p:ph type="body" idx="2"/>
          </p:nvPr>
        </p:nvSpPr>
        <p:spPr>
          <a:xfrm>
            <a:off x="4777112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51"/>
          <p:cNvSpPr txBox="1">
            <a:spLocks noGrp="1"/>
          </p:cNvSpPr>
          <p:nvPr>
            <p:ph type="body" idx="3"/>
          </p:nvPr>
        </p:nvSpPr>
        <p:spPr>
          <a:xfrm>
            <a:off x="8441969" y="4818782"/>
            <a:ext cx="27432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51"/>
          <p:cNvSpPr>
            <a:spLocks noGrp="1"/>
          </p:cNvSpPr>
          <p:nvPr>
            <p:ph type="pic" idx="4"/>
          </p:nvPr>
        </p:nvSpPr>
        <p:spPr>
          <a:xfrm>
            <a:off x="1458330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51"/>
          <p:cNvSpPr>
            <a:spLocks noGrp="1"/>
          </p:cNvSpPr>
          <p:nvPr>
            <p:ph type="pic" idx="5"/>
          </p:nvPr>
        </p:nvSpPr>
        <p:spPr>
          <a:xfrm>
            <a:off x="5123187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1"/>
          <p:cNvSpPr>
            <a:spLocks noGrp="1"/>
          </p:cNvSpPr>
          <p:nvPr>
            <p:ph type="pic" idx="6"/>
          </p:nvPr>
        </p:nvSpPr>
        <p:spPr>
          <a:xfrm>
            <a:off x="8788044" y="2625272"/>
            <a:ext cx="2051050" cy="205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Сравнение">
  <p:cSld name="8_Сравнение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/>
          <p:nvPr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2"/>
          <p:cNvSpPr txBox="1">
            <a:spLocks noGrp="1"/>
          </p:cNvSpPr>
          <p:nvPr>
            <p:ph type="body" idx="1"/>
          </p:nvPr>
        </p:nvSpPr>
        <p:spPr>
          <a:xfrm>
            <a:off x="471763" y="1931068"/>
            <a:ext cx="5166988" cy="6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52"/>
          <p:cNvSpPr>
            <a:spLocks noGrp="1"/>
          </p:cNvSpPr>
          <p:nvPr>
            <p:ph type="pic" idx="2"/>
          </p:nvPr>
        </p:nvSpPr>
        <p:spPr>
          <a:xfrm>
            <a:off x="6110514" y="0"/>
            <a:ext cx="6081486" cy="3473599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2"/>
          <p:cNvSpPr>
            <a:spLocks noGrp="1"/>
          </p:cNvSpPr>
          <p:nvPr>
            <p:ph type="pic" idx="3"/>
          </p:nvPr>
        </p:nvSpPr>
        <p:spPr>
          <a:xfrm>
            <a:off x="0" y="3473599"/>
            <a:ext cx="6110514" cy="3473599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2"/>
          <p:cNvSpPr/>
          <p:nvPr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2"/>
          <p:cNvSpPr txBox="1">
            <a:spLocks noGrp="1"/>
          </p:cNvSpPr>
          <p:nvPr>
            <p:ph type="body" idx="4"/>
          </p:nvPr>
        </p:nvSpPr>
        <p:spPr>
          <a:xfrm>
            <a:off x="471763" y="998612"/>
            <a:ext cx="5166988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52"/>
          <p:cNvSpPr txBox="1">
            <a:spLocks noGrp="1"/>
          </p:cNvSpPr>
          <p:nvPr>
            <p:ph type="body" idx="5"/>
          </p:nvPr>
        </p:nvSpPr>
        <p:spPr>
          <a:xfrm>
            <a:off x="6582277" y="5371590"/>
            <a:ext cx="5166988" cy="6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52"/>
          <p:cNvSpPr txBox="1">
            <a:spLocks noGrp="1"/>
          </p:cNvSpPr>
          <p:nvPr>
            <p:ph type="body" idx="6"/>
          </p:nvPr>
        </p:nvSpPr>
        <p:spPr>
          <a:xfrm>
            <a:off x="6582277" y="4439134"/>
            <a:ext cx="5166988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A9A0E-1044-4A3B-B8AE-49A610FC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201EED-A7A9-432B-81A0-5D676C49E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A94FE5-7DAE-4032-810D-1C3BEEE5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0CAE-43EA-4876-A392-025DFC76A58D}" type="datetime1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A09F6-9CFC-47D3-A8C0-4BA0A9A9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9F2584-BBBC-40D7-9D97-BFBD6FEE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FEBA-EF80-4905-BDB1-86F50D6669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00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"/>
          <p:cNvSpPr txBox="1">
            <a:spLocks noGrp="1"/>
          </p:cNvSpPr>
          <p:nvPr>
            <p:ph type="ctrTitle"/>
          </p:nvPr>
        </p:nvSpPr>
        <p:spPr>
          <a:xfrm>
            <a:off x="1380899" y="1555808"/>
            <a:ext cx="9864436" cy="147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buSzPts val="16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Requirement Document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1"/>
          <p:cNvSpPr txBox="1">
            <a:spLocks noGrp="1"/>
          </p:cNvSpPr>
          <p:nvPr>
            <p:ph type="subTitle" idx="1"/>
          </p:nvPr>
        </p:nvSpPr>
        <p:spPr>
          <a:xfrm>
            <a:off x="7500257" y="4273872"/>
            <a:ext cx="4499677" cy="203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45700" rIns="91425" bIns="45700" anchor="t" anchorCtr="0">
            <a:norm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 студенты</a:t>
            </a:r>
            <a:endParaRPr sz="16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ИТХ-21 </a:t>
            </a:r>
            <a:r>
              <a:rPr lang="en-US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курса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физико-математического института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Вячин Олег Сергеевич</a:t>
            </a: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1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Ракитин Арсений Дмитриевич</a:t>
            </a:r>
            <a:endParaRPr sz="1600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64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343" name="Google Shape;3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01" y="312019"/>
            <a:ext cx="1725718" cy="163685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"/>
          <p:cNvSpPr/>
          <p:nvPr/>
        </p:nvSpPr>
        <p:spPr>
          <a:xfrm>
            <a:off x="963514" y="3418010"/>
            <a:ext cx="109074" cy="28204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"/>
          <p:cNvSpPr txBox="1"/>
          <p:nvPr/>
        </p:nvSpPr>
        <p:spPr>
          <a:xfrm>
            <a:off x="5329824" y="6313118"/>
            <a:ext cx="19665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Пермь 2025</a:t>
            </a:r>
            <a:endParaRPr sz="14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29F5-C537-48A2-A60C-824ED06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4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A300B-9729-4BE8-839E-BFBD49CB6C28}"/>
              </a:ext>
            </a:extLst>
          </p:cNvPr>
          <p:cNvSpPr txBox="1"/>
          <p:nvPr/>
        </p:nvSpPr>
        <p:spPr>
          <a:xfrm>
            <a:off x="336589" y="1809607"/>
            <a:ext cx="1683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Аналоги: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9F4B32-76BF-4BF7-9A2E-8594732C1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89" y="2500193"/>
            <a:ext cx="2877623" cy="65548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1EF227-7432-4E30-8B8F-E02DA0659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89" y="4095655"/>
            <a:ext cx="3550650" cy="74657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6EEDA8-B672-44E8-AAB2-BD4D7D7C9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89" y="3241731"/>
            <a:ext cx="3241137" cy="75230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D2177C9-CF08-4CCE-B46A-0ABDD65CE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644" y="4472683"/>
            <a:ext cx="3978885" cy="215587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134609-93A8-498D-A29F-60499AAAF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956" y="1923820"/>
            <a:ext cx="3166232" cy="84771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743248C-99DC-4D10-906C-9CC7A748FC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3391" y="2071217"/>
            <a:ext cx="1762371" cy="60968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D6EADC0-0E64-43A9-A128-680903AB91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575" y="2952338"/>
            <a:ext cx="4322430" cy="1248908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C6D219F-5C3A-402C-809C-EF553671E5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589" y="5693383"/>
            <a:ext cx="4423670" cy="93517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A0027DE-C850-4265-B26A-4BC152E829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589" y="4943851"/>
            <a:ext cx="3927982" cy="64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7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игру, которая будет не только развлекать, но и способствовать развитию словарного запаса и логического мышления у игроков.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доступность игры для пользователей разных возрастов и уровней подготовки.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механизм показа рекламы.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игровой процесс, который будет удерживать интерес игроков на долгое время, с возможностью ежедневного участия.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89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игрового процесса: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Создать механику угадывания слов от 3 до 10 букв за ограниченное количество попыток.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Реализовать систему подсказок для игроков.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Дать возможность игрокам добавлять свои слова в игру при попадании в таблицу лидеров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базы данных слов: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Подготовить обширную базу данных из слов от 3 до 10 букв.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Обеспечить регулярное обновление базы данных для поддержания интереса игроков.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7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пользовательского интерфейса: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Создать интуитивно понятный и привлекательный интерфейс.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Обеспечить адаптивность интерфейса для разных устройств.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и обновления: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Обеспечить техническую поддержку игры после выпуска.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Регулярно выпускать обновления с новыми функциями и исправлениями ошибок.</a:t>
            </a:r>
          </a:p>
        </p:txBody>
      </p:sp>
    </p:spTree>
    <p:extLst>
      <p:ext uri="{BB962C8B-B14F-4D97-AF65-F5344CB8AC3E}">
        <p14:creationId xmlns:p14="http://schemas.microsoft.com/office/powerpoint/2010/main" val="47415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продукт, представляющий собой словесную головоломку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ограничением в определенное количество букв.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Слово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единица игры, состоящая из нескольких букв в количестве от 3 до 10 включительно, которую игрок должен угадать.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Попытка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из раундов игры, в котором игрок вводит предполагаемое слово. Обычно количество попыток ограничено в зависимости от длины слова.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Буква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Отдельный символ алфавита, используемый для составления слова.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Подсказка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Визуальный или текстовый индикатор, показывающий, насколько буква введённого слова соответствует загаданному слову.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Загаданное слово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Word)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Слово, которое игрок должен угадать в текущей игре.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Словарь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допустимых слов, которые могут быть использованы в игре (как для загадывания, так и для ввода игроком).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игры, включающий поля для ввода, кнопки, подсказки и другие элементы.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3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сессия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Session)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полный цикл игры, от начала до завершения (угадывание слова или исчерпание попыток).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игры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Rules)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условий, определяющих, как игра работает (например, количество попыток, допустимые слова, система подсказок).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User/Player)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Человек, который играет в игру.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игры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Outcome)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 игровой сессии: победа (слово угадано) или поражение (попытки исчерпаны).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 результатах игр пользователя (например, количество побед, процент угаданных слов, среднее количество попыток).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9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игры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Mode)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игры, который может включать различные правила или условия (например, ежедневный режим, бесконечный режим).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Ежедневный режим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Mode)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Режим, в котором загаданное слово обновляется раз в день для всех игроков.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Бесконечный режим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Endless Mode)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Режим, в котором игрок может играть без ограничений по времени или количеству игр.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слова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Validation)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проверки введённого игроком слова на соответствие словарю игры.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Цветовая индикация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Coding)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визуальных подсказок, использующая цвета для обозначения правильности букв.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xfrm>
            <a:off x="838200" y="3471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Глоссарий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интерфейс, который может использоваться для интеграции игры с другими системами (например, для обновления словаря или сбора статистики).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Кроссплатформенность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игры работать на разных устройствах и операционных системах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веб).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Релиз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выпуск игры для пользователей.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Testing)</a:t>
            </a: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проверки игры на наличие ошибок и соответствие требованиям.</a:t>
            </a:r>
          </a:p>
          <a:p>
            <a:pPr marL="0" indent="0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лидеров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Leaderboard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игроков, отображающая их рейтинг на основе некоторых параметров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1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Бизнес-требования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58;p4">
            <a:extLst>
              <a:ext uri="{FF2B5EF4-FFF2-40B4-BE49-F238E27FC236}">
                <a16:creationId xmlns:a16="http://schemas.microsoft.com/office/drawing/2014/main" id="{D538637C-C2ED-45DD-AFD8-8E6426DF0E49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Привлечь n уникальных пользователей в течение первого месяца после запуска игры через Telegram.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Удержать n% пользователей, которые вернутся в игру в течение 7 дней после первого запуска.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Внедрить рекламную модель с показателем n показов рекламы на одного пользователя в день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Достичь среднего показателя n игр на одного пользователя в неделю.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Сбор статистики о пользователе и игровой сессии</a:t>
            </a:r>
          </a:p>
          <a:p>
            <a:pPr marL="0" indent="0">
              <a:buFont typeface="Arial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09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Пользовательские требования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58;p4">
            <a:extLst>
              <a:ext uri="{FF2B5EF4-FFF2-40B4-BE49-F238E27FC236}">
                <a16:creationId xmlns:a16="http://schemas.microsoft.com/office/drawing/2014/main" id="{D538637C-C2ED-45DD-AFD8-8E6426DF0E49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Авторизация через Telegram-аккаунт для упрощения входа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длины слова от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10 букв с возможностью выбора режима (фиксированная длина или случайная).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Система рейтинга, позволяющая пользователям принимать участие в голосовании на добавление слов в словарь, а также предлагать собственные слова.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Интерфейс игры должен быть понятным и минималистичным.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Бесконечный режим, где пользователь может играть без ограничений по времени или количеству игр.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Ежедневный режим, где слово обновляется раз в день для всех игроков.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Цветовые подсказки для каждой буквы, чтобы понимать, насколько пользователь близок к угадыванию слова.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Таблица лидеров по отгаданным словам за месяц.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Как пользователь, я хочу, чтобы интерфейс игры адаптировался под размер экрана моего устройства.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2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58;p4">
            <a:extLst>
              <a:ext uri="{FF2B5EF4-FFF2-40B4-BE49-F238E27FC236}">
                <a16:creationId xmlns:a16="http://schemas.microsoft.com/office/drawing/2014/main" id="{D538637C-C2ED-45DD-AFD8-8E6426DF0E49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Хранение пользовательского прогресса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Поддержка слов длиной от 3 до 10 букв.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Ограничение попыток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Подсветка букв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Отображение топ-игроков по количеству угаданных слов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Поддержка регулярного обновления базы слов с помощью сообщества и вручную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4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Google Shape;358;p4"/>
          <p:cNvSpPr txBox="1">
            <a:spLocks noGrp="1"/>
          </p:cNvSpPr>
          <p:nvPr>
            <p:ph type="body" idx="1"/>
          </p:nvPr>
        </p:nvSpPr>
        <p:spPr>
          <a:xfrm>
            <a:off x="838200" y="18516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ru-RU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358;p4">
            <a:extLst>
              <a:ext uri="{FF2B5EF4-FFF2-40B4-BE49-F238E27FC236}">
                <a16:creationId xmlns:a16="http://schemas.microsoft.com/office/drawing/2014/main" id="{D538637C-C2ED-45DD-AFD8-8E6426DF0E49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Время отклика на действия пользователя не более 1 секунды.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Доступность на мобильных и десктопных версиях Telegram.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Адаптация интерфейса под разные размеры экранов.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Возможность легкого добавления новых игровых режимов.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Хранение минимального количества данных о пользователе.</a:t>
            </a:r>
          </a:p>
        </p:txBody>
      </p:sp>
    </p:spTree>
    <p:extLst>
      <p:ext uri="{BB962C8B-B14F-4D97-AF65-F5344CB8AC3E}">
        <p14:creationId xmlns:p14="http://schemas.microsoft.com/office/powerpoint/2010/main" val="2584907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29F5-C537-48A2-A60C-824ED06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4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должен иметь возможность</a:t>
            </a:r>
          </a:p>
        </p:txBody>
      </p:sp>
      <p:sp>
        <p:nvSpPr>
          <p:cNvPr id="14" name="Google Shape;358;p4">
            <a:extLst>
              <a:ext uri="{FF2B5EF4-FFF2-40B4-BE49-F238E27FC236}">
                <a16:creationId xmlns:a16="http://schemas.microsoft.com/office/drawing/2014/main" id="{5ACD3953-603C-4CA5-AE93-182D75C522C0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процесс: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угадывать слова от 3 до 10 букв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вводить предполагаемое слово в поле ввода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завершить игру</a:t>
            </a:r>
          </a:p>
          <a:p>
            <a:pPr marL="0" indent="0">
              <a:buFont typeface="Arial"/>
              <a:buNone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просматривать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комьюнити: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предлагать новые слова для добавления в словарь, если пользователь находит в топ-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игроков в промежутке времени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голосовать за добавление слов в словарь</a:t>
            </a:r>
          </a:p>
        </p:txBody>
      </p:sp>
    </p:spTree>
    <p:extLst>
      <p:ext uri="{BB962C8B-B14F-4D97-AF65-F5344CB8AC3E}">
        <p14:creationId xmlns:p14="http://schemas.microsoft.com/office/powerpoint/2010/main" val="1388539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29F5-C537-48A2-A60C-824ED06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4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должна иметь возможность</a:t>
            </a:r>
          </a:p>
        </p:txBody>
      </p:sp>
      <p:sp>
        <p:nvSpPr>
          <p:cNvPr id="14" name="Google Shape;358;p4">
            <a:extLst>
              <a:ext uri="{FF2B5EF4-FFF2-40B4-BE49-F238E27FC236}">
                <a16:creationId xmlns:a16="http://schemas.microsoft.com/office/drawing/2014/main" id="{5ACD3953-603C-4CA5-AE93-182D75C522C0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 процесс: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проверять введенное слово на соответствие словарю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отображать подсказки по правильности букв</a:t>
            </a:r>
          </a:p>
          <a:p>
            <a:pPr marL="0" indent="0">
              <a:buFont typeface="Arial"/>
              <a:buNone/>
            </a:pP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вести учет количества отгаданных слов за установленный промежуток времени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должен включать в себя: Имя пользователя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отгаданных слов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Временной промежуток учета результатов.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обновлять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лидерборд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реальном времени</a:t>
            </a:r>
          </a:p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поддерживать авторизацию через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29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29F5-C537-48A2-A60C-824ED06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4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</a:p>
        </p:txBody>
      </p:sp>
      <p:sp>
        <p:nvSpPr>
          <p:cNvPr id="14" name="Google Shape;358;p4">
            <a:extLst>
              <a:ext uri="{FF2B5EF4-FFF2-40B4-BE49-F238E27FC236}">
                <a16:creationId xmlns:a16="http://schemas.microsoft.com/office/drawing/2014/main" id="{5ACD3953-603C-4CA5-AE93-182D75C522C0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словаря: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база слов должна быть тщательно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модерирована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чтобы исключить нецензурные или нерелевантные слова.</a:t>
            </a:r>
          </a:p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аутентификации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авторизация осуществляется только через Telegram, нет поддержки других способов входа.</a:t>
            </a:r>
          </a:p>
        </p:txBody>
      </p:sp>
    </p:spTree>
    <p:extLst>
      <p:ext uri="{BB962C8B-B14F-4D97-AF65-F5344CB8AC3E}">
        <p14:creationId xmlns:p14="http://schemas.microsoft.com/office/powerpoint/2010/main" val="301634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F29F5-C537-48A2-A60C-824ED06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43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</a:p>
        </p:txBody>
      </p:sp>
      <p:sp>
        <p:nvSpPr>
          <p:cNvPr id="14" name="Google Shape;358;p4">
            <a:extLst>
              <a:ext uri="{FF2B5EF4-FFF2-40B4-BE49-F238E27FC236}">
                <a16:creationId xmlns:a16="http://schemas.microsoft.com/office/drawing/2014/main" id="{5ACD3953-603C-4CA5-AE93-182D75C522C0}"/>
              </a:ext>
            </a:extLst>
          </p:cNvPr>
          <p:cNvSpPr txBox="1">
            <a:spLocks/>
          </p:cNvSpPr>
          <p:nvPr/>
        </p:nvSpPr>
        <p:spPr>
          <a:xfrm>
            <a:off x="856125" y="2004060"/>
            <a:ext cx="10515600" cy="456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низкой вовлеченности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игроки могут предпочесть просто играть, не участвуя в сообществе.</a:t>
            </a:r>
          </a:p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перегрузки сервера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система может быть нагружена и не справляться с потоком запросов пользователей</a:t>
            </a:r>
          </a:p>
          <a:p>
            <a:pPr marL="0" indent="0">
              <a:buFont typeface="Arial"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навязчивости рекламы</a:t>
            </a:r>
          </a:p>
          <a:p>
            <a:pPr marL="0" indent="0">
              <a:buFont typeface="Arial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частый показ рекламы может оттолкнуть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576843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2495</TotalTime>
  <Words>1151</Words>
  <Application>Microsoft Office PowerPoint</Application>
  <PresentationFormat>Широкоэкранный</PresentationFormat>
  <Paragraphs>169</Paragraphs>
  <Slides>19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Тема Office</vt:lpstr>
      <vt:lpstr>Business Requirement Document</vt:lpstr>
      <vt:lpstr>Анализ рынка</vt:lpstr>
      <vt:lpstr>Цели</vt:lpstr>
      <vt:lpstr>Задачи</vt:lpstr>
      <vt:lpstr>Задачи</vt:lpstr>
      <vt:lpstr>Глоссарий</vt:lpstr>
      <vt:lpstr>Глоссарий</vt:lpstr>
      <vt:lpstr>Глоссарий</vt:lpstr>
      <vt:lpstr>Глоссарий</vt:lpstr>
      <vt:lpstr>Глоссарий</vt:lpstr>
      <vt:lpstr>Бизнес-требования</vt:lpstr>
      <vt:lpstr>Пользовательские требования</vt:lpstr>
      <vt:lpstr>Функциональные требования</vt:lpstr>
      <vt:lpstr>Нефункциональные требования</vt:lpstr>
      <vt:lpstr>Пользователь должен иметь возможность</vt:lpstr>
      <vt:lpstr>Система должна иметь возможность</vt:lpstr>
      <vt:lpstr>Ограничения</vt:lpstr>
      <vt:lpstr>Риски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онлайн-тренажер</dc:title>
  <dc:creator>Полина Масленникова</dc:creator>
  <cp:lastModifiedBy>Олег Вячин</cp:lastModifiedBy>
  <cp:revision>108</cp:revision>
  <dcterms:created xsi:type="dcterms:W3CDTF">2020-05-17T17:29:00Z</dcterms:created>
  <dcterms:modified xsi:type="dcterms:W3CDTF">2025-02-05T14:42:32Z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7C0352748ADF4658A83472352D59AD07</vt:lpwstr>
  </property>
  <property fmtid="{D5CDD505-2E9C-101B-9397-08002B2CF9AE}" pid="3" name="KSOProductBuildVer">
    <vt:lpwstr>1049-11.2.0.11042</vt:lpwstr>
  </property>
</Properties>
</file>